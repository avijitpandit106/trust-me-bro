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777240" cy="777240"/>
          </a:xfrm>
          <a:prstGeom prst="ellipse">
            <a:avLst/>
          </a:prstGeom>
          <a:solidFill>
            <a:srgbClr val="0B2E3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 URL DETECTOR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Risk Scoring &amp; Incident Report Generation for Suspicious URLs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Flask-based web application that inspects, scores, explains, and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phishing threats in real time.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2194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MAJOR PROJECT  •  FINAL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phishing detection still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Deceptively simple attack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URL only needs to look convincing for a few seconds to trick a user into handing over credentials or payment details.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562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801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Constantly evolving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rotate domains, use URL shorteners, typosquatting, and fake SSL padlocks to slip past casual inspection and outdated blocklists.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793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2245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instant way to verify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have no quick, explainable way to check whether a link is safe — decisions are made on gut feeling, not evidence.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793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2245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analysis doesn't 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9377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cannot manually inspect WHOIS records, DNS data, and SSL certificates for every reported link.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 designed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any URL from a user and validate it before processing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21992"/>
            <a:ext cx="10424160" cy="0"/>
          </a:xfrm>
          <a:prstGeom prst="line">
            <a:avLst/>
          </a:prstGeom>
          <a:noFill/>
          <a:ln w="12700">
            <a:solidFill>
              <a:srgbClr val="D9E8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32257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extract lexical, domain, DNS, WHOIS and SSL-level features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907792"/>
            <a:ext cx="10424160" cy="0"/>
          </a:xfrm>
          <a:prstGeom prst="line">
            <a:avLst/>
          </a:prstGeom>
          <a:noFill/>
          <a:ln w="12700">
            <a:solidFill>
              <a:srgbClr val="D9E8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00837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features into a single, weighted phishing risk score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593592"/>
            <a:ext cx="10424160" cy="0"/>
          </a:xfrm>
          <a:prstGeom prst="line">
            <a:avLst/>
          </a:prstGeom>
          <a:noFill/>
          <a:ln w="12700">
            <a:solidFill>
              <a:srgbClr val="D9E8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69417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URL and generate a plain-language explanation of the verdict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279392"/>
            <a:ext cx="10424160" cy="0"/>
          </a:xfrm>
          <a:prstGeom prst="line">
            <a:avLst/>
          </a:prstGeom>
          <a:noFill/>
          <a:ln w="12700">
            <a:solidFill>
              <a:srgbClr val="D9E8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37997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a downloadable PDF incident report for record-keeping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965192"/>
            <a:ext cx="10424160" cy="0"/>
          </a:xfrm>
          <a:prstGeom prst="line">
            <a:avLst/>
          </a:prstGeom>
          <a:noFill/>
          <a:ln w="12700">
            <a:solidFill>
              <a:srgbClr val="D9E8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1206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506577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scan history in a local database for future reference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the Phishing URL Detector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4206240"/>
          </a:xfrm>
          <a:prstGeom prst="roundRect">
            <a:avLst>
              <a:gd name="adj" fmla="val 3636"/>
            </a:avLst>
          </a:prstGeom>
          <a:solidFill>
            <a:srgbClr val="0B2E32"/>
          </a:solidFill>
          <a:ln w="12700">
            <a:solidFill>
              <a:srgbClr val="134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1031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9446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 Collection &amp; Validation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057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Flask backend validates the submitted URL and normalizes it before analysis begins.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1783080"/>
            <a:ext cx="2514600" cy="4206240"/>
          </a:xfrm>
          <a:prstGeom prst="roundRect">
            <a:avLst>
              <a:gd name="adj" fmla="val 3636"/>
            </a:avLst>
          </a:prstGeom>
          <a:solidFill>
            <a:srgbClr val="0B2E32"/>
          </a:solidFill>
          <a:ln w="12700">
            <a:solidFill>
              <a:srgbClr val="1340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5092" y="21031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165092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02152" y="31546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Multi-Source Feature Extraction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47872" y="3931920"/>
            <a:ext cx="2057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URL patterns, DNS records, WHOIS registration data and SSL certificates are all inspected.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783080"/>
            <a:ext cx="2514600" cy="4206240"/>
          </a:xfrm>
          <a:prstGeom prst="roundRect">
            <a:avLst>
              <a:gd name="adj" fmla="val 3636"/>
            </a:avLst>
          </a:prstGeom>
          <a:solidFill>
            <a:srgbClr val="0B2E32"/>
          </a:solidFill>
          <a:ln w="12700">
            <a:solidFill>
              <a:srgbClr val="1340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5724" y="21031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935724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72784" y="31546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Scoring Engine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18504" y="3931920"/>
            <a:ext cx="2057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features are weighted and combined into a single, interpretable phishing risk score.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0536" y="1783080"/>
            <a:ext cx="2514600" cy="4206240"/>
          </a:xfrm>
          <a:prstGeom prst="roundRect">
            <a:avLst>
              <a:gd name="adj" fmla="val 3636"/>
            </a:avLst>
          </a:prstGeom>
          <a:solidFill>
            <a:srgbClr val="0B2E32"/>
          </a:solidFill>
          <a:ln w="12700">
            <a:solidFill>
              <a:srgbClr val="1340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06356" y="2103120"/>
            <a:ext cx="822960" cy="8229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970635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043416" y="31546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Report Generation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89136" y="3931920"/>
            <a:ext cx="2057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ReportLab-powered PDF report is generated and made available for instant download.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user input to downloadable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81448" y="1554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181448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URL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95848" y="1920240"/>
            <a:ext cx="0" cy="256032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32808" y="2176272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03191C"/>
          </a:solidFill>
          <a:ln/>
        </p:spPr>
      </p:sp>
      <p:sp>
        <p:nvSpPr>
          <p:cNvPr id="8" name="Text 6"/>
          <p:cNvSpPr/>
          <p:nvPr/>
        </p:nvSpPr>
        <p:spPr>
          <a:xfrm>
            <a:off x="4632808" y="217627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 (app.py)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95848" y="2560320"/>
            <a:ext cx="0" cy="237744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78228" y="2798064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278228" y="27980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29988" y="2798064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929988" y="27980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Collector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1748" y="2798064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581748" y="27980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(Database)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5848" y="3182112"/>
            <a:ext cx="0" cy="237744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58488" y="3438144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3191C"/>
          </a:solidFill>
          <a:ln/>
        </p:spPr>
      </p:sp>
      <p:sp>
        <p:nvSpPr>
          <p:cNvPr id="18" name="Text 16"/>
          <p:cNvSpPr/>
          <p:nvPr/>
        </p:nvSpPr>
        <p:spPr>
          <a:xfrm>
            <a:off x="4358488" y="34381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Module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95848" y="3822192"/>
            <a:ext cx="0" cy="219456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27936" y="404164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2227936" y="40416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Features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12184" y="404164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212184" y="40416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Lookup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96432" y="404164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196432" y="40416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Lookup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80680" y="404164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8180680" y="40416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Inspection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95848" y="4425696"/>
            <a:ext cx="0" cy="219456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41368" y="4645152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541368" y="46451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95848" y="5029200"/>
            <a:ext cx="0" cy="219456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489808" y="5248656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3489808" y="5248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Generator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3008" y="5248656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6233008" y="5248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95848" y="5632704"/>
            <a:ext cx="0" cy="219456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358488" y="5852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03191C"/>
          </a:solidFill>
          <a:ln/>
        </p:spPr>
      </p:sp>
      <p:sp>
        <p:nvSpPr>
          <p:cNvPr id="38" name="Text 36"/>
          <p:cNvSpPr/>
          <p:nvPr/>
        </p:nvSpPr>
        <p:spPr>
          <a:xfrm>
            <a:off x="4358488" y="58521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 (Result Page + PDF Download)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signals combined for a fuller picture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1984248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94460" y="19842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 Features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subdomain count, special characters, IP-based hosts and suspicious keywords are parsed directly from the URL string.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6532" y="1984248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256532" y="19842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DNS Lookup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39312" y="36118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dnspython resolves domain records to confirm the host actually exists and is properly configured.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18604" y="1984248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118604" y="19842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WHOIS Lookup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01384" y="36118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python-whois retrieves domain age and registrar details — freshly registered domains are a common red flag.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80676" y="1984248"/>
            <a:ext cx="914400" cy="9144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9980676" y="19842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17736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SSL Inspection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63456" y="361188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validity, issuer and expiry are checked, since attackers often use short-lived or self-signed certs.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powering each part of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084832" cy="4343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8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212848"/>
            <a:ext cx="2084832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755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Framework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242316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283464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32461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365760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" y="40690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448056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itsdangerous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489204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MarkupSafe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34056" y="1645920"/>
            <a:ext cx="2084832" cy="4343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8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34056" y="2212848"/>
            <a:ext cx="2084832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2862072" y="1755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Scraping &amp; Networking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98648" y="242316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98648" y="283464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requests-file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98648" y="32461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98648" y="365760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soupsieve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98648" y="40690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98648" y="448056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98648" y="489204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idna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98648" y="53035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Charset-Normalizer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65192" y="1645920"/>
            <a:ext cx="2084832" cy="4343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8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65192" y="2212848"/>
            <a:ext cx="2084832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093208" y="1755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Intelligence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29784" y="242316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dnspython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9784" y="283464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python-whois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9784" y="32461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tldextract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9784" y="365760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96328" y="1645920"/>
            <a:ext cx="2084832" cy="4343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8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96328" y="2212848"/>
            <a:ext cx="2084832" cy="2743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24344" y="1755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&amp; Media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360920" y="242316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60920" y="283464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427464" y="1645920"/>
            <a:ext cx="2084832" cy="4343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8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27464" y="2212848"/>
            <a:ext cx="2084832" cy="27432"/>
          </a:xfrm>
          <a:prstGeom prst="rect">
            <a:avLst/>
          </a:prstGeom>
          <a:solidFill>
            <a:srgbClr val="6C7A89"/>
          </a:solidFill>
          <a:ln/>
        </p:spPr>
      </p:sp>
      <p:sp>
        <p:nvSpPr>
          <p:cNvPr id="39" name="Text 37"/>
          <p:cNvSpPr/>
          <p:nvPr/>
        </p:nvSpPr>
        <p:spPr>
          <a:xfrm>
            <a:off x="9555480" y="1755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7A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Utilities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592056" y="242316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python-dateutil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592056" y="283464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592056" y="324612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FileLock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592056" y="365760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Colorama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592056" y="40690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typing_extensions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Scoring &amp; Explainability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signals into a trustworthy, human-readable verdict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92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scorer.py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5798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weighted points to each suspicious indicator found during feature extraction.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8437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20954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lexical, DNS, WHOIS and SSL signals into a single composite risk score.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8953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explainer.py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26110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contributing factors into a plain-language explanation for the end user.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9469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1266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final score to a verdict — Safe, Suspicious, or Phishing.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80960" y="182880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0B2E32"/>
          </a:solidFill>
          <a:ln w="12700">
            <a:solidFill>
              <a:srgbClr val="134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2057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Verdict Scale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55280" y="269748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0F383D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29535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2807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32520" y="3154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 — no significant indicators found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55280" y="379476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0F383D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0" y="4050792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8" name="Text 26"/>
          <p:cNvSpPr/>
          <p:nvPr/>
        </p:nvSpPr>
        <p:spPr>
          <a:xfrm>
            <a:off x="8732520" y="3904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Suspicious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32520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score — some risk indicators present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55280" y="489204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0F383D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8160" y="51480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30"/>
          <p:cNvSpPr/>
          <p:nvPr/>
        </p:nvSpPr>
        <p:spPr>
          <a:xfrm>
            <a:off x="8732520" y="50017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32520" y="5349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— strong evidence of malicious intent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Report Generation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on-screen verdict to a shareable, permanent record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produces a formal incident report so results can be saved, shared, or attached to a security ticket — not just viewed once and lost.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6700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first as result.html and report.html for on-screen review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364992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364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report_generator.py builds a structured PDF using ReportLab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98678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986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9136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embeds supporting images/branding into the PDF layout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60857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608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5354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includes the URL, risk score, verdict and explanation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23036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230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51572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the reports/ directory and offered as a direct download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8E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2C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600200"/>
            <a:ext cx="5212080" cy="594360"/>
          </a:xfrm>
          <a:prstGeom prst="rect">
            <a:avLst/>
          </a:prstGeom>
          <a:solidFill>
            <a:srgbClr val="03191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6002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REPORT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652760" y="1728216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652760" y="172821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URL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49640" y="24688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http://secure-login-update.example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7512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49640" y="29260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100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751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49640" y="33832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751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49640" y="38404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7512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49640" y="42976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/ Invalid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75120" y="4800600"/>
            <a:ext cx="4663440" cy="0"/>
          </a:xfrm>
          <a:prstGeom prst="line">
            <a:avLst/>
          </a:prstGeom>
          <a:noFill/>
          <a:ln w="12700">
            <a:solidFill>
              <a:srgbClr val="D9E8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53035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registered less than a week ago, uses an invalid SSL certificate, and mimics a well-known banking login page.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Folder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Flask project layout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0B2020"/>
          </a:solidFill>
          <a:ln w="12700">
            <a:solidFill>
              <a:srgbClr val="1340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phishing-detector/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162556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                     Flask entry point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404872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config.py                  Project configuration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47188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requirements.txt, README.md, .gitignore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13182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                 index.html · result.html · report.html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374136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static/                    css/ · js/ · images/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616452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858768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101084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collector.py           fetches &amp; prepares the URL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analyzer.py            runs DNS / WHOIS / SSL checks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585716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scorer.py              computes the risk score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828032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explainer.py           generates plain-language reasoning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5070348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report_generator.py    builds the PDF incident report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312664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validator.py           validates and sanitizes input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5554980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5797296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database/                  database.py · phishing.db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6039612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reports/                   generated PDF reports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6281928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                     unit tests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between a click and a downloaded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8884" y="27432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1824" y="2423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31824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6044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URL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1764" y="3657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a suspicious link into the web form.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62276" y="3657600"/>
            <a:ext cx="201168" cy="0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90876" y="27432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3816" y="2423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553816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28036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73756" y="3657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 an HTTP POST request to the Flask backend.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84268" y="3657600"/>
            <a:ext cx="201168" cy="0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12868" y="27432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75808" y="2423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775808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50028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95748" y="3657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validates, extracts features, and scores the URL.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06260" y="3657600"/>
            <a:ext cx="201168" cy="0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34860" y="27432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97800" y="2423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9978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72020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Result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17740" y="3657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and explanation are shown on the result page.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28252" y="3657600"/>
            <a:ext cx="201168" cy="0"/>
          </a:xfrm>
          <a:prstGeom prst="line">
            <a:avLst/>
          </a:prstGeom>
          <a:noFill/>
          <a:ln w="19050">
            <a:solidFill>
              <a:srgbClr val="5C7A7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56852" y="27432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B2C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19792" y="2423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0219792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94012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 Report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739732" y="3657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downloads a PDF incident report for their records.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EAF6F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Phishing URL Detector brings together lexical analysis, DNS, WHOIS and SSL verification into one interpretable risk score, and closes the loop with an auto-generated, downloadable incident report — making phishing checks fast, explainable, and auditable.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03191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55080" y="24231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23500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/ augment rule-based scoring with a trained ML classifier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308152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081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30083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browser extension for real-time link checking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3739896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36667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threat-intelligence feeds and blocklists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439826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398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43251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accounts and team-level report dashboards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505663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5056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4983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batch scanning of multiple URLs at once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— College Project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291840" cy="329184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828800"/>
            <a:ext cx="914400" cy="914400"/>
          </a:xfrm>
          <a:prstGeom prst="ellipse">
            <a:avLst/>
          </a:prstGeom>
          <a:solidFill>
            <a:srgbClr val="0B2E3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38648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  —  College Major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2026-07-16T10:21:28Z</dcterms:created>
  <dcterms:modified xsi:type="dcterms:W3CDTF">2026-07-16T10:21:28Z</dcterms:modified>
</cp:coreProperties>
</file>